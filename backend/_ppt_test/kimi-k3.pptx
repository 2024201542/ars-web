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同学好。今天汇报的是周其仁教授关于中国农村改革的经典研究，核心议题是国家与土地所有权关系的变化。这篇文献是理解中国农村产权制度变迁的重要作品，我将围绕其问题意识、分析框架与核心论证展开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汇报分为五个部分。首先介绍文章的问题意识与中心论点，然后按照原文结构依次展开：已有的理论讨论、改革前产权制度的特征与由来、人民公社体制内的变革，最后是结论性评论。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这一节先交代文章要回答的核心问题：为什么国家与土地所有权关系的变化是理解中国农村改革的关键，并给出全文的中心论点。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章的中心论点包含三个层次：第一，从制度经济学的基本命题出发，国家保护有效率的产权制度是长期经济增长的关键；第二，国家并不会自动提供这种保护，新产权制度的形成需要农户、新兴产权代理人以及农村社区精英的广泛参与；第三，这些社会行动者通过沟通和讨价还价与国家达成互利的交易，产权保护才得以落实。这一论点把国家与社会行动者的互动置于分析的中心，是理解全文论证的钥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这一节进入原文第一部分，梳理关于所有权与国家关系的已有讨论，为后文的经验分析奠定理论基础。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第一部分围绕所有权与国家的关系梳理已有讨论。需要强调的是：国家在界定和保护产权中扮演关键角色，但产权制度的形成并非国家单方面的安排，而是国家与社会互动的结果。这一部分为后文分析中国农村产权制度的变迁提供了理论视角。由于材料未提供更细的文献细节，此处不展开具体学者与文献的评述，汇报时可根据阅读原文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这一节进入原文第二部分，分析改革前中国农村产权制度的特征及其历史由来，为理解后来的变革提供制度起点。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第二部分考察改革前农村产权制度的特征和由来。这一制度构成了理解后续变革的起点：只有弄清改革前产权安排的特征及其形成逻辑，才能理解人民公社体制内为何以及如何发生变革。材料未给出具体的特征描述与历史细节，汇报时应依据阅读原文补充制度特征的具体表现及其形成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这一节进入原文第三部分，也是全文经验分析的核心：在人民公社体制内部如何发生产权制度的变革。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第三部分分析人民公社体制内的变革，这是全文经验分析的核心。按照中心论点的逻辑，变革不是国家单方面推行的结果，而是农户、新兴产权代理人和农村社区精英广泛参与，并通过沟通与讨价还价与国家达成互利交易的过程。这一部分具体展示了新产权制度如何在体制内部生长出来，印证了文章的理论判断。材料未提供变革的具体事件与数据，汇报时应依据阅读原文补充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第四部分是结论性评论。文章回到中心论点：国家保护有效率的产权制度是长期经济增长的关键，而这种保护并非自动提供，而是在农户、新兴产权代理人和农村社区精英广泛参与、并与国家沟通和讨价还价达成互利交易的过程中形成的。中国农村改革的经验揭示了国家与土地所有权关系变化的内在逻辑，对理解制度变迁与经济增长的关系具有普遍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以上是我对周其仁教授这篇经典文献的研读汇报。受材料所限，部分细节未能展开，欢迎各位老师同学批评指正，也期待就国家与产权关系这一问题与大家进一步讨论。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中国农村改革：国家与土地所有权关系的变化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周其仁 经典文献研读汇报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2788920"/>
            <a:ext cx="1371600" cy="635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一、问题意识与中心论点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二、已有讨论：所有权和国家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三、改革前农村产权制度的特征与由来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四、人民公社体制内的变革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五、结论性评论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一、问题意识与中心论点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中心论点：国家、产权与经济增长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国家保护有效率的产权制度是长期经济增长的关键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国家通常不会自动提供这种保护</a:t>
            </a:r>
          </a:p>
          <a:p>
            <a:pPr lvl="1"/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需要农户广泛参与新产权制度的形成</a:t>
            </a:r>
          </a:p>
          <a:p>
            <a:pPr lvl="1"/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需要新兴产权代理人与农村社区精英参与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通过沟通与讨价还价，与国家达成互利交易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二、已有的讨论：所有权和国家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已有讨论：所有权和国家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围绕所有权与国家关系展开理论梳理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国家是界定和保护产权的关键角色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产权制度的形成是国家与社会互动的结果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三、改革前农村产权制度的特征和由来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改革前农村产权制度的特征和由来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分析改革前农村产权制度的基本特征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追溯这一制度形成的历史由来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构成理解后续变革的制度起点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四、人民公社体制内的变革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人民公社体制内的变革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变革发生在人民公社体制内部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农户、产权代理人与社区精英参与推动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与国家沟通、讨价还价达成互利交易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呼应中心论点：产权保护在互动中形成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结论性评论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国家保护有效产权是长期增长的关键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产权保护源于社会参与和互利的交易</a:t>
            </a:r>
          </a:p>
          <a:p>
            <a:pPr/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农村改革经验揭示了国家与产权关系的变化逻辑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005840" cy="5715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谢谢聆听，请批评指正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