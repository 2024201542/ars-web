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副标题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2788920"/>
            <a:ext cx="1371600" cy="635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正文页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要点一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