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基于周其仁的经典研究，探讨中国农村改革中国家与土地所有权关系的演变。核心问题是：有效的产权制度如何形成？国家为何以及如何在何种条件下保护有效率的产权？这一分析对理解中国改革开放初期的制度变迁具有重要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全文围绕一个核心命题展开：国家保护有效率的产权制度是长期经济增长的关键，但这种保护不会自动实现，需要多方参与和讨价还价。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首先引入产权经济学的基本命题。根据科斯传统，清楚界定的产权是市场交易的前提。但巴泽尔、诺斯等学者指出，国家具有双重性：一方面国家通过法律界定和保护产权，另一方面国家本身可能成为产权的最大威胁。诺斯提出著名的'诺斯悖论'：国家是经济增长的关键，同时又是人为经济衰退的根源。周其仁的研究正是要回应这一悖论：在中国农村改革的语境下，什么条件促使国家选择保护而非侵犯有效率的产权制度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献回顾部分梳理三种关于国家的理论。契约理论将国家视为提供保护以换取税收的契约方；掠夺理论将国家视为最大化自身利益的掠夺者；以诺斯为代表的二元理论则认为国家具有双重性质，其行为取决于约束条件。周其仁指出这些理论的共同盲点：它们多将国家视为外生给定的力量，忽视了有效产权制度形成过程中社会各方的参与和互动。这一理论缺口正是本文要填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转入历史分析部分，考察改革前中国农村产权制度的形成及其特征，为理解后续变革提供制度背景。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革前的农村产权制度具有鲜明的国家主导特征。土地名义上归集体所有，但集体并非独立产权主体，实际由国家控制。国家通过统购统销制度掌握农产品的收购和分配，通过工农产品价格剪刀差将农业剩余转移至工业部门。在这一体制下，农户既无生产自主权，也无剩余索取权，生产积极性受到严重抑制。这一制度安排源于国家工业化战略，服务于重工业优先发展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民公社体制面临严重的效率困境。农业劳动的特点在于空间分散、过程复杂，集体劳动难以有效解决监督与计量问题，导致搭便车行为普遍，劳动生产率低下。1959-1961年的农业危机以极端方式暴露了这一体制的弊端。危机后国家虽进行政策调整（如缩小公社规模、确立三级所有队为基础），但未触及产权制度的根本，未能解决激励不足的核心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变革并非来自顶层设计，而是源于体制内部的多种力量互动。首先是农民的自发创新：安徽凤阳小岗村等地的包产到户实践，是农民在生存压力下的自主选择。其次是基层干部的默许甚至支持，他们直面生产困境，对农民诉求有切身理解。再次是上层政策的反复博弈：包产到户多次被压制又多次重现，最终通过实践绩效获得合法性。周其仁强调，这一过程中关键机制是社会各方与国家的沟通、讨价还价，最终达成互利交易——国家获得粮食增产和稳定，农民获得生产自主和剩余索取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效产权制度的形成需要多元行动者的广泛参与。农户是变革的基本动力，通过消极怠工、私下承包乃至公开抗争等方式表达制度偏好。农村社区精英（如社队干部）扮演关键中介角色，他们既理解上级政策，又掌握本地信息，能够降低制度变迁的交易成本。新兴产权代理人如承包大户、乡镇企业家等，成为新产权制度的实践者和受益者。国家并非铁板一块，而是在多元信息反馈中逐步调整政策立场，最终承认并保护有效率的产权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部分回应开篇提出的核心命题。第一，国家保护有效率的产权制度确实是长期经济增长的关键条件，这一判断得到中国农村改革经验的支持。第二，国家通常不会自动提供这种保护，因为国家有其自身利益考量和认知局限。第三，农户、社区精英和新兴产权代理人的广泛参与，通过与国家的沟通和讨价还价达成互利交易，是有效产权制度得以形成的关键机制。第四，中国经验为理解'诺斯悖论'提供了重要视角：国家的双重性质并非固定不变，而是在特定社会互动过程中被塑造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结束。核心观点可概括为：产权变革不是国家单方面的恩赐，而是社会多元行动者与国家互动博弈的结果。这一分析框架对于理解中国改革开放初期的制度变迁，以及更一般的转型经济体的产权演化，都具有重要的理论和现实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中国农村改革：国家与土地所有权关系的变化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汇报人：XXX | 日期：2024年X月X日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2788920"/>
            <a:ext cx="1371600" cy="635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汇报框架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一、问题意识：所有权与国家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二、改革前农村产权制度的特征与由来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三、人民公社体制内的变革动力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四、结论：产权、国家与经济增长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一、问题意识：所有权与国家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产权经济学核心命题：产权界定是市场交易的前提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国家的双重角色：产权界定者，也是潜在侵犯者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诺斯悖论：国家既是经济增长的关键，也是人为衰退的根源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核心问题：何种条件促使国家保护而非侵犯有效产权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已有讨论：三种理论视角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契约理论：国家作为保护者，收取税收租金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掠夺理论：国家作为掠夺者，最大化自身利益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二元理论：国家具有双重性质，视约束条件而定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共同盲点：忽视产权形成过程中的社会参与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二、改革前农村产权制度的特征与由来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传统体制：国家所有、集体经营的产权结构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土地名义归集体，实际由国家控制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国家通过统购统销掌握农产品分配权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工农产品剪刀差实现农业剩余转移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农户缺乏生产自主权和剩余索取权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人民公社体制的效率困境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集体劳动难以解决监督与计量问题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搭便车行为普遍，劳动生产率低下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1959-1961年农业危机暴露体制弊端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国家调整政策但未触及产权根本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三、人民公社体制内的变革动力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底层创新：农民自发包产到户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基层支持：社队干部默许或推动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上层博弈：政策反复与逐步合法化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关键机制：沟通、讨价还价与互利交易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产权变革中的多元行动者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农户：基本动力，以退出和抗争表达偏好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农村社区精英：中介角色，降低交易成本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新兴产权代理人：承包大户、乡镇企业家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国家：在信息反馈中调整政策立场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四、结论性评论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国家保护有效产权是长期增长的关键条件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但这种保护不会自动实现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需要社会广泛参与和互利交易机制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中国经验为理解'诺斯悖论'提供新视角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谢谢聆听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