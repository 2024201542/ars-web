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92608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演示文稿标题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副标题：研究主题与核心结论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汇报人：XXX　　日期：2026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一、研究背景与问题提出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二、已有讨论与理论框架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三、制度变迁的历史过程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四、机制分析与证据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五、结论与讨论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一、研究背景与问题提出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要点一：把研究问题收成一句可检验的命题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要点二：交代材料来源与时间范围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要点三：指出既有解释留下的缺口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二、已有讨论与理论框架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讨论一：所有权与国家关系的经典解释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讨论二：诺斯难题与制度变迁的动因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讨论三：交易费用与产权界定的关系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讨论四：集体行动与国家能力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讨论五：本文的推进方向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三、两种解释的对照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既有解释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本文解释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50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1949—1999：制度变迁的时间跨度与关键节点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原文摘录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“如果不把国家及其代理人的行为引进来，就无法理解产权安排及其变迁，也无法解释为什么有效率的产权制度难以长期维持。”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三个要点并列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卡片 1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291840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卡片 2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600200"/>
            <a:ext cx="3291840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卡片 3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制度变迁的三个节点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246120"/>
            <a:ext cx="1014984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3063240"/>
            <a:ext cx="256032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1949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063240"/>
            <a:ext cx="256032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1969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063240"/>
            <a:ext cx="256032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1989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063240"/>
            <a:ext cx="256032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2009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278892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四、结论与讨论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B6B7C"/>
                </a:solidFill>
                <a:latin typeface="微软雅黑"/>
                <a:ea typeface="微软雅黑"/>
                <a:cs typeface="微软雅黑"/>
              </a:rP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